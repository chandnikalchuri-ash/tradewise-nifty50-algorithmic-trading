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7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8" r:id="rId11"/>
    <p:sldId id="266" r:id="rId12"/>
    <p:sldId id="265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28FBA8-354D-45FD-89C9-BF41BF671F13}" v="36" dt="2026-08-24T10:50:59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ni Kalchuri" userId="23c219695ec52bba" providerId="LiveId" clId="{E5F3B731-3954-40E6-9C5A-878A15781016}"/>
    <pc:docChg chg="undo custSel addSld modSld sldOrd">
      <pc:chgData name="Chandni Kalchuri" userId="23c219695ec52bba" providerId="LiveId" clId="{E5F3B731-3954-40E6-9C5A-878A15781016}" dt="2026-08-24T11:47:00.478" v="1052" actId="1076"/>
      <pc:docMkLst>
        <pc:docMk/>
      </pc:docMkLst>
      <pc:sldChg chg="addSp delSp modSp mod">
        <pc:chgData name="Chandni Kalchuri" userId="23c219695ec52bba" providerId="LiveId" clId="{E5F3B731-3954-40E6-9C5A-878A15781016}" dt="2026-08-24T08:40:49.727" v="227" actId="478"/>
        <pc:sldMkLst>
          <pc:docMk/>
          <pc:sldMk cId="3020351706" sldId="257"/>
        </pc:sldMkLst>
        <pc:spChg chg="add mod">
          <ac:chgData name="Chandni Kalchuri" userId="23c219695ec52bba" providerId="LiveId" clId="{E5F3B731-3954-40E6-9C5A-878A15781016}" dt="2026-08-24T08:15:55.337" v="97" actId="1076"/>
          <ac:spMkLst>
            <pc:docMk/>
            <pc:sldMk cId="3020351706" sldId="257"/>
            <ac:spMk id="3" creationId="{7D68D24E-0D95-4CD2-99A9-4FE4DEF76708}"/>
          </ac:spMkLst>
        </pc:spChg>
        <pc:spChg chg="add mod">
          <ac:chgData name="Chandni Kalchuri" userId="23c219695ec52bba" providerId="LiveId" clId="{E5F3B731-3954-40E6-9C5A-878A15781016}" dt="2026-08-24T08:19:07.566" v="125" actId="1076"/>
          <ac:spMkLst>
            <pc:docMk/>
            <pc:sldMk cId="3020351706" sldId="257"/>
            <ac:spMk id="5" creationId="{EA5BEA93-EAAE-73EE-FC50-B1A068E6D42C}"/>
          </ac:spMkLst>
        </pc:spChg>
        <pc:spChg chg="add del mod">
          <ac:chgData name="Chandni Kalchuri" userId="23c219695ec52bba" providerId="LiveId" clId="{E5F3B731-3954-40E6-9C5A-878A15781016}" dt="2026-08-24T08:15:00.045" v="72"/>
          <ac:spMkLst>
            <pc:docMk/>
            <pc:sldMk cId="3020351706" sldId="257"/>
            <ac:spMk id="7" creationId="{1307B1E6-99D5-0B99-B911-228D9F92ACE8}"/>
          </ac:spMkLst>
        </pc:spChg>
        <pc:spChg chg="add del mod">
          <ac:chgData name="Chandni Kalchuri" userId="23c219695ec52bba" providerId="LiveId" clId="{E5F3B731-3954-40E6-9C5A-878A15781016}" dt="2026-08-24T08:17:02.710" v="113"/>
          <ac:spMkLst>
            <pc:docMk/>
            <pc:sldMk cId="3020351706" sldId="257"/>
            <ac:spMk id="13" creationId="{AF388A2C-DA85-C6E2-7D6E-581C81F35DF7}"/>
          </ac:spMkLst>
        </pc:spChg>
        <pc:picChg chg="add del mod">
          <ac:chgData name="Chandni Kalchuri" userId="23c219695ec52bba" providerId="LiveId" clId="{E5F3B731-3954-40E6-9C5A-878A15781016}" dt="2026-08-24T08:26:56.572" v="142" actId="478"/>
          <ac:picMkLst>
            <pc:docMk/>
            <pc:sldMk cId="3020351706" sldId="257"/>
            <ac:picMk id="8" creationId="{B6D9D27A-5A62-6DEA-3E01-E4ADDAF5B380}"/>
          </ac:picMkLst>
        </pc:picChg>
        <pc:picChg chg="add del mod">
          <ac:chgData name="Chandni Kalchuri" userId="23c219695ec52bba" providerId="LiveId" clId="{E5F3B731-3954-40E6-9C5A-878A15781016}" dt="2026-08-24T08:18:40.615" v="120" actId="478"/>
          <ac:picMkLst>
            <pc:docMk/>
            <pc:sldMk cId="3020351706" sldId="257"/>
            <ac:picMk id="9" creationId="{E16C38C7-4569-8313-D449-F57148CF43C7}"/>
          </ac:picMkLst>
        </pc:picChg>
        <pc:picChg chg="add del">
          <ac:chgData name="Chandni Kalchuri" userId="23c219695ec52bba" providerId="LiveId" clId="{E5F3B731-3954-40E6-9C5A-878A15781016}" dt="2026-08-24T08:16:55.071" v="108" actId="22"/>
          <ac:picMkLst>
            <pc:docMk/>
            <pc:sldMk cId="3020351706" sldId="257"/>
            <ac:picMk id="11" creationId="{6D0DBF49-8FF9-DB05-E27D-6B4285219826}"/>
          </ac:picMkLst>
        </pc:picChg>
        <pc:picChg chg="add del mod">
          <ac:chgData name="Chandni Kalchuri" userId="23c219695ec52bba" providerId="LiveId" clId="{E5F3B731-3954-40E6-9C5A-878A15781016}" dt="2026-08-24T08:18:33.988" v="117" actId="478"/>
          <ac:picMkLst>
            <pc:docMk/>
            <pc:sldMk cId="3020351706" sldId="257"/>
            <ac:picMk id="12" creationId="{455DD28E-9DEC-869E-3E8C-BB1725EA0A13}"/>
          </ac:picMkLst>
        </pc:picChg>
        <pc:picChg chg="add del mod">
          <ac:chgData name="Chandni Kalchuri" userId="23c219695ec52bba" providerId="LiveId" clId="{E5F3B731-3954-40E6-9C5A-878A15781016}" dt="2026-08-24T08:26:59.172" v="148" actId="22"/>
          <ac:picMkLst>
            <pc:docMk/>
            <pc:sldMk cId="3020351706" sldId="257"/>
            <ac:picMk id="15" creationId="{1E0E8DA5-1F62-455B-D3E2-CEBF7AC1F34B}"/>
          </ac:picMkLst>
        </pc:picChg>
        <pc:picChg chg="add del mod modCrop">
          <ac:chgData name="Chandni Kalchuri" userId="23c219695ec52bba" providerId="LiveId" clId="{E5F3B731-3954-40E6-9C5A-878A15781016}" dt="2026-08-24T08:27:51.519" v="158" actId="478"/>
          <ac:picMkLst>
            <pc:docMk/>
            <pc:sldMk cId="3020351706" sldId="257"/>
            <ac:picMk id="17" creationId="{D6C81A9D-06C8-CA24-20E2-02D1B5F45FE2}"/>
          </ac:picMkLst>
        </pc:picChg>
        <pc:picChg chg="add del mod modCrop">
          <ac:chgData name="Chandni Kalchuri" userId="23c219695ec52bba" providerId="LiveId" clId="{E5F3B731-3954-40E6-9C5A-878A15781016}" dt="2026-08-24T08:40:49.727" v="227" actId="478"/>
          <ac:picMkLst>
            <pc:docMk/>
            <pc:sldMk cId="3020351706" sldId="257"/>
            <ac:picMk id="18" creationId="{AB03ED3D-13D6-79B6-CCFB-1AFCA4D1D951}"/>
          </ac:picMkLst>
        </pc:picChg>
      </pc:sldChg>
      <pc:sldChg chg="addSp modSp new mod">
        <pc:chgData name="Chandni Kalchuri" userId="23c219695ec52bba" providerId="LiveId" clId="{E5F3B731-3954-40E6-9C5A-878A15781016}" dt="2026-08-24T09:07:06.866" v="338" actId="1076"/>
        <pc:sldMkLst>
          <pc:docMk/>
          <pc:sldMk cId="1175887617" sldId="258"/>
        </pc:sldMkLst>
        <pc:spChg chg="add mod">
          <ac:chgData name="Chandni Kalchuri" userId="23c219695ec52bba" providerId="LiveId" clId="{E5F3B731-3954-40E6-9C5A-878A15781016}" dt="2026-08-24T08:41:35.508" v="231" actId="1076"/>
          <ac:spMkLst>
            <pc:docMk/>
            <pc:sldMk cId="1175887617" sldId="258"/>
            <ac:spMk id="3" creationId="{C1E80754-0C23-248D-F06C-70F01AA124A2}"/>
          </ac:spMkLst>
        </pc:spChg>
        <pc:spChg chg="add mod">
          <ac:chgData name="Chandni Kalchuri" userId="23c219695ec52bba" providerId="LiveId" clId="{E5F3B731-3954-40E6-9C5A-878A15781016}" dt="2026-08-24T08:42:05.391" v="234" actId="1076"/>
          <ac:spMkLst>
            <pc:docMk/>
            <pc:sldMk cId="1175887617" sldId="258"/>
            <ac:spMk id="5" creationId="{CEF889FF-15E6-B11F-9A59-EC70D1D2F425}"/>
          </ac:spMkLst>
        </pc:spChg>
        <pc:picChg chg="add mod">
          <ac:chgData name="Chandni Kalchuri" userId="23c219695ec52bba" providerId="LiveId" clId="{E5F3B731-3954-40E6-9C5A-878A15781016}" dt="2026-08-24T09:07:06.866" v="338" actId="1076"/>
          <ac:picMkLst>
            <pc:docMk/>
            <pc:sldMk cId="1175887617" sldId="258"/>
            <ac:picMk id="6" creationId="{5B52E383-7CDB-8194-79D5-FA02EB577BB8}"/>
          </ac:picMkLst>
        </pc:picChg>
      </pc:sldChg>
      <pc:sldChg chg="addSp delSp modSp new mod">
        <pc:chgData name="Chandni Kalchuri" userId="23c219695ec52bba" providerId="LiveId" clId="{E5F3B731-3954-40E6-9C5A-878A15781016}" dt="2026-08-24T11:31:32.075" v="1024" actId="14100"/>
        <pc:sldMkLst>
          <pc:docMk/>
          <pc:sldMk cId="2431260487" sldId="259"/>
        </pc:sldMkLst>
        <pc:spChg chg="add mod">
          <ac:chgData name="Chandni Kalchuri" userId="23c219695ec52bba" providerId="LiveId" clId="{E5F3B731-3954-40E6-9C5A-878A15781016}" dt="2026-08-24T08:55:15.578" v="298"/>
          <ac:spMkLst>
            <pc:docMk/>
            <pc:sldMk cId="2431260487" sldId="259"/>
            <ac:spMk id="3" creationId="{B6D12849-6005-03FD-5FCF-9A6EEDBF5AE1}"/>
          </ac:spMkLst>
        </pc:spChg>
        <pc:spChg chg="add mod">
          <ac:chgData name="Chandni Kalchuri" userId="23c219695ec52bba" providerId="LiveId" clId="{E5F3B731-3954-40E6-9C5A-878A15781016}" dt="2026-08-24T11:31:32.075" v="1024" actId="14100"/>
          <ac:spMkLst>
            <pc:docMk/>
            <pc:sldMk cId="2431260487" sldId="259"/>
            <ac:spMk id="5" creationId="{771681EC-ADC4-E9F3-AE8C-456DF8A66C15}"/>
          </ac:spMkLst>
        </pc:spChg>
        <pc:picChg chg="add del">
          <ac:chgData name="Chandni Kalchuri" userId="23c219695ec52bba" providerId="LiveId" clId="{E5F3B731-3954-40E6-9C5A-878A15781016}" dt="2026-08-24T08:47:17.249" v="277" actId="478"/>
          <ac:picMkLst>
            <pc:docMk/>
            <pc:sldMk cId="2431260487" sldId="259"/>
            <ac:picMk id="6" creationId="{6D214125-A690-8DAC-7454-D027A4D09036}"/>
          </ac:picMkLst>
        </pc:picChg>
        <pc:picChg chg="add mod">
          <ac:chgData name="Chandni Kalchuri" userId="23c219695ec52bba" providerId="LiveId" clId="{E5F3B731-3954-40E6-9C5A-878A15781016}" dt="2026-08-24T09:06:59.625" v="336" actId="1076"/>
          <ac:picMkLst>
            <pc:docMk/>
            <pc:sldMk cId="2431260487" sldId="259"/>
            <ac:picMk id="7" creationId="{EC49B887-0CE7-B869-40A3-4C7E3C5DBA8A}"/>
          </ac:picMkLst>
        </pc:picChg>
      </pc:sldChg>
      <pc:sldChg chg="addSp delSp modSp new mod">
        <pc:chgData name="Chandni Kalchuri" userId="23c219695ec52bba" providerId="LiveId" clId="{E5F3B731-3954-40E6-9C5A-878A15781016}" dt="2026-08-24T09:10:57.856" v="362" actId="14100"/>
        <pc:sldMkLst>
          <pc:docMk/>
          <pc:sldMk cId="2883278577" sldId="260"/>
        </pc:sldMkLst>
        <pc:spChg chg="add mod">
          <ac:chgData name="Chandni Kalchuri" userId="23c219695ec52bba" providerId="LiveId" clId="{E5F3B731-3954-40E6-9C5A-878A15781016}" dt="2026-08-24T09:05:37.346" v="334" actId="1076"/>
          <ac:spMkLst>
            <pc:docMk/>
            <pc:sldMk cId="2883278577" sldId="260"/>
            <ac:spMk id="3" creationId="{855D400E-5166-F414-836A-3C293F1C0102}"/>
          </ac:spMkLst>
        </pc:spChg>
        <pc:spChg chg="add mod">
          <ac:chgData name="Chandni Kalchuri" userId="23c219695ec52bba" providerId="LiveId" clId="{E5F3B731-3954-40E6-9C5A-878A15781016}" dt="2026-08-24T09:05:41.140" v="335" actId="1076"/>
          <ac:spMkLst>
            <pc:docMk/>
            <pc:sldMk cId="2883278577" sldId="260"/>
            <ac:spMk id="5" creationId="{B970179D-1D0E-56EB-008E-7E49A5775915}"/>
          </ac:spMkLst>
        </pc:spChg>
        <pc:picChg chg="del">
          <ac:chgData name="Chandni Kalchuri" userId="23c219695ec52bba" providerId="LiveId" clId="{E5F3B731-3954-40E6-9C5A-878A15781016}" dt="2026-08-24T09:08:47.435" v="346" actId="478"/>
          <ac:picMkLst>
            <pc:docMk/>
            <pc:sldMk cId="2883278577" sldId="260"/>
            <ac:picMk id="2" creationId="{470EB64C-6D7A-139E-46CA-A8C56F1FC9E4}"/>
          </ac:picMkLst>
        </pc:picChg>
        <pc:picChg chg="add del mod">
          <ac:chgData name="Chandni Kalchuri" userId="23c219695ec52bba" providerId="LiveId" clId="{E5F3B731-3954-40E6-9C5A-878A15781016}" dt="2026-08-24T09:07:46.143" v="341" actId="478"/>
          <ac:picMkLst>
            <pc:docMk/>
            <pc:sldMk cId="2883278577" sldId="260"/>
            <ac:picMk id="6" creationId="{D2E3728D-A93C-C5D3-027C-33DDD1ADA12D}"/>
          </ac:picMkLst>
        </pc:picChg>
        <pc:picChg chg="add del">
          <ac:chgData name="Chandni Kalchuri" userId="23c219695ec52bba" providerId="LiveId" clId="{E5F3B731-3954-40E6-9C5A-878A15781016}" dt="2026-08-24T09:08:01.145" v="343" actId="478"/>
          <ac:picMkLst>
            <pc:docMk/>
            <pc:sldMk cId="2883278577" sldId="260"/>
            <ac:picMk id="8" creationId="{5FE2D9E1-CB76-524E-4247-15A705F366B6}"/>
          </ac:picMkLst>
        </pc:picChg>
        <pc:picChg chg="add del mod">
          <ac:chgData name="Chandni Kalchuri" userId="23c219695ec52bba" providerId="LiveId" clId="{E5F3B731-3954-40E6-9C5A-878A15781016}" dt="2026-08-24T09:08:51.385" v="347" actId="478"/>
          <ac:picMkLst>
            <pc:docMk/>
            <pc:sldMk cId="2883278577" sldId="260"/>
            <ac:picMk id="9" creationId="{E60F60AE-1C2C-AAC8-E6C7-9DEFA185467F}"/>
          </ac:picMkLst>
        </pc:picChg>
        <pc:picChg chg="add mod modCrop">
          <ac:chgData name="Chandni Kalchuri" userId="23c219695ec52bba" providerId="LiveId" clId="{E5F3B731-3954-40E6-9C5A-878A15781016}" dt="2026-08-24T09:10:57.856" v="362" actId="14100"/>
          <ac:picMkLst>
            <pc:docMk/>
            <pc:sldMk cId="2883278577" sldId="260"/>
            <ac:picMk id="10" creationId="{83C71CDC-8F8C-2B15-A2D3-B9563FB44160}"/>
          </ac:picMkLst>
        </pc:picChg>
      </pc:sldChg>
      <pc:sldChg chg="addSp modSp new mod">
        <pc:chgData name="Chandni Kalchuri" userId="23c219695ec52bba" providerId="LiveId" clId="{E5F3B731-3954-40E6-9C5A-878A15781016}" dt="2026-08-24T09:20:34.172" v="419" actId="1076"/>
        <pc:sldMkLst>
          <pc:docMk/>
          <pc:sldMk cId="3378216173" sldId="261"/>
        </pc:sldMkLst>
        <pc:spChg chg="add mod">
          <ac:chgData name="Chandni Kalchuri" userId="23c219695ec52bba" providerId="LiveId" clId="{E5F3B731-3954-40E6-9C5A-878A15781016}" dt="2026-08-24T09:18:43.911" v="404" actId="1076"/>
          <ac:spMkLst>
            <pc:docMk/>
            <pc:sldMk cId="3378216173" sldId="261"/>
            <ac:spMk id="3" creationId="{238B1CDE-F2C5-0070-28ED-E6A1B4A1C695}"/>
          </ac:spMkLst>
        </pc:spChg>
        <pc:spChg chg="add mod">
          <ac:chgData name="Chandni Kalchuri" userId="23c219695ec52bba" providerId="LiveId" clId="{E5F3B731-3954-40E6-9C5A-878A15781016}" dt="2026-08-24T09:18:34.688" v="403" actId="1076"/>
          <ac:spMkLst>
            <pc:docMk/>
            <pc:sldMk cId="3378216173" sldId="261"/>
            <ac:spMk id="5" creationId="{C3878C99-E295-A965-B8FD-303973A962EC}"/>
          </ac:spMkLst>
        </pc:spChg>
        <pc:picChg chg="add mod">
          <ac:chgData name="Chandni Kalchuri" userId="23c219695ec52bba" providerId="LiveId" clId="{E5F3B731-3954-40E6-9C5A-878A15781016}" dt="2026-08-24T09:20:34.172" v="419" actId="1076"/>
          <ac:picMkLst>
            <pc:docMk/>
            <pc:sldMk cId="3378216173" sldId="261"/>
            <ac:picMk id="6" creationId="{E1CB4CB7-F3B2-C632-955C-C9F908F13E50}"/>
          </ac:picMkLst>
        </pc:picChg>
      </pc:sldChg>
      <pc:sldChg chg="addSp modSp new mod">
        <pc:chgData name="Chandni Kalchuri" userId="23c219695ec52bba" providerId="LiveId" clId="{E5F3B731-3954-40E6-9C5A-878A15781016}" dt="2026-08-24T10:40:04.025" v="867" actId="113"/>
        <pc:sldMkLst>
          <pc:docMk/>
          <pc:sldMk cId="1802625942" sldId="262"/>
        </pc:sldMkLst>
        <pc:spChg chg="add mod">
          <ac:chgData name="Chandni Kalchuri" userId="23c219695ec52bba" providerId="LiveId" clId="{E5F3B731-3954-40E6-9C5A-878A15781016}" dt="2026-08-24T09:40:04.806" v="527" actId="1076"/>
          <ac:spMkLst>
            <pc:docMk/>
            <pc:sldMk cId="1802625942" sldId="262"/>
            <ac:spMk id="3" creationId="{8B7D5210-0672-3174-26DE-D3C6FDEC1745}"/>
          </ac:spMkLst>
        </pc:spChg>
        <pc:spChg chg="add mod">
          <ac:chgData name="Chandni Kalchuri" userId="23c219695ec52bba" providerId="LiveId" clId="{E5F3B731-3954-40E6-9C5A-878A15781016}" dt="2026-08-24T09:34:23.183" v="526" actId="114"/>
          <ac:spMkLst>
            <pc:docMk/>
            <pc:sldMk cId="1802625942" sldId="262"/>
            <ac:spMk id="7" creationId="{A5028710-D454-1A6B-38C1-445885F8F216}"/>
          </ac:spMkLst>
        </pc:spChg>
        <pc:spChg chg="add mod">
          <ac:chgData name="Chandni Kalchuri" userId="23c219695ec52bba" providerId="LiveId" clId="{E5F3B731-3954-40E6-9C5A-878A15781016}" dt="2026-08-24T10:40:04.025" v="867" actId="113"/>
          <ac:spMkLst>
            <pc:docMk/>
            <pc:sldMk cId="1802625942" sldId="262"/>
            <ac:spMk id="9" creationId="{DB06A101-75CF-E10F-CCCC-28B5AEACA47E}"/>
          </ac:spMkLst>
        </pc:spChg>
        <pc:picChg chg="add mod">
          <ac:chgData name="Chandni Kalchuri" userId="23c219695ec52bba" providerId="LiveId" clId="{E5F3B731-3954-40E6-9C5A-878A15781016}" dt="2026-08-24T09:29:25.917" v="479" actId="1076"/>
          <ac:picMkLst>
            <pc:docMk/>
            <pc:sldMk cId="1802625942" sldId="262"/>
            <ac:picMk id="5" creationId="{7281BAF5-40EF-7916-E632-69DED0CB196B}"/>
          </ac:picMkLst>
        </pc:picChg>
      </pc:sldChg>
      <pc:sldChg chg="addSp modSp new mod">
        <pc:chgData name="Chandni Kalchuri" userId="23c219695ec52bba" providerId="LiveId" clId="{E5F3B731-3954-40E6-9C5A-878A15781016}" dt="2026-08-24T10:40:04.338" v="868" actId="113"/>
        <pc:sldMkLst>
          <pc:docMk/>
          <pc:sldMk cId="902561859" sldId="263"/>
        </pc:sldMkLst>
        <pc:spChg chg="add mod">
          <ac:chgData name="Chandni Kalchuri" userId="23c219695ec52bba" providerId="LiveId" clId="{E5F3B731-3954-40E6-9C5A-878A15781016}" dt="2026-08-24T09:46:16.350" v="583" actId="1076"/>
          <ac:spMkLst>
            <pc:docMk/>
            <pc:sldMk cId="902561859" sldId="263"/>
            <ac:spMk id="3" creationId="{54C507FF-54BF-6015-43FD-159FAB8A8FF8}"/>
          </ac:spMkLst>
        </pc:spChg>
        <pc:spChg chg="add mod">
          <ac:chgData name="Chandni Kalchuri" userId="23c219695ec52bba" providerId="LiveId" clId="{E5F3B731-3954-40E6-9C5A-878A15781016}" dt="2026-08-24T09:44:04.864" v="555" actId="1076"/>
          <ac:spMkLst>
            <pc:docMk/>
            <pc:sldMk cId="902561859" sldId="263"/>
            <ac:spMk id="7" creationId="{AD2E71B3-BDD4-1B18-8EA3-D980650A0EE6}"/>
          </ac:spMkLst>
        </pc:spChg>
        <pc:spChg chg="add mod">
          <ac:chgData name="Chandni Kalchuri" userId="23c219695ec52bba" providerId="LiveId" clId="{E5F3B731-3954-40E6-9C5A-878A15781016}" dt="2026-08-24T10:40:04.338" v="868" actId="113"/>
          <ac:spMkLst>
            <pc:docMk/>
            <pc:sldMk cId="902561859" sldId="263"/>
            <ac:spMk id="9" creationId="{D18AAFAC-F8D0-29E3-944A-93B15A7707DC}"/>
          </ac:spMkLst>
        </pc:spChg>
        <pc:picChg chg="add mod">
          <ac:chgData name="Chandni Kalchuri" userId="23c219695ec52bba" providerId="LiveId" clId="{E5F3B731-3954-40E6-9C5A-878A15781016}" dt="2026-08-24T09:46:05.486" v="581" actId="1076"/>
          <ac:picMkLst>
            <pc:docMk/>
            <pc:sldMk cId="902561859" sldId="263"/>
            <ac:picMk id="5" creationId="{9C4A124B-1363-3E73-2824-505B1500B046}"/>
          </ac:picMkLst>
        </pc:picChg>
      </pc:sldChg>
      <pc:sldChg chg="addSp modSp new mod">
        <pc:chgData name="Chandni Kalchuri" userId="23c219695ec52bba" providerId="LiveId" clId="{E5F3B731-3954-40E6-9C5A-878A15781016}" dt="2026-08-24T10:40:04.840" v="869" actId="113"/>
        <pc:sldMkLst>
          <pc:docMk/>
          <pc:sldMk cId="239269989" sldId="264"/>
        </pc:sldMkLst>
        <pc:spChg chg="add mod">
          <ac:chgData name="Chandni Kalchuri" userId="23c219695ec52bba" providerId="LiveId" clId="{E5F3B731-3954-40E6-9C5A-878A15781016}" dt="2026-08-24T09:58:41.064" v="628" actId="1076"/>
          <ac:spMkLst>
            <pc:docMk/>
            <pc:sldMk cId="239269989" sldId="264"/>
            <ac:spMk id="3" creationId="{FF23C898-8354-2FB0-8451-036798CF5617}"/>
          </ac:spMkLst>
        </pc:spChg>
        <pc:spChg chg="add mod">
          <ac:chgData name="Chandni Kalchuri" userId="23c219695ec52bba" providerId="LiveId" clId="{E5F3B731-3954-40E6-9C5A-878A15781016}" dt="2026-08-24T10:00:55.087" v="654" actId="12"/>
          <ac:spMkLst>
            <pc:docMk/>
            <pc:sldMk cId="239269989" sldId="264"/>
            <ac:spMk id="7" creationId="{5A35C8A2-6CEC-1CBF-2D9F-73E8BD0018C7}"/>
          </ac:spMkLst>
        </pc:spChg>
        <pc:spChg chg="add mod">
          <ac:chgData name="Chandni Kalchuri" userId="23c219695ec52bba" providerId="LiveId" clId="{E5F3B731-3954-40E6-9C5A-878A15781016}" dt="2026-08-24T10:40:04.840" v="869" actId="113"/>
          <ac:spMkLst>
            <pc:docMk/>
            <pc:sldMk cId="239269989" sldId="264"/>
            <ac:spMk id="9" creationId="{F85579F1-4BA1-1E57-4D7F-5B176C3707F7}"/>
          </ac:spMkLst>
        </pc:spChg>
        <pc:picChg chg="add mod">
          <ac:chgData name="Chandni Kalchuri" userId="23c219695ec52bba" providerId="LiveId" clId="{E5F3B731-3954-40E6-9C5A-878A15781016}" dt="2026-08-24T09:58:50.907" v="630" actId="1076"/>
          <ac:picMkLst>
            <pc:docMk/>
            <pc:sldMk cId="239269989" sldId="264"/>
            <ac:picMk id="5" creationId="{7CEACA79-3BF0-23B6-B3F0-C04BC559C93D}"/>
          </ac:picMkLst>
        </pc:picChg>
      </pc:sldChg>
      <pc:sldChg chg="addSp modSp new mod ord">
        <pc:chgData name="Chandni Kalchuri" userId="23c219695ec52bba" providerId="LiveId" clId="{E5F3B731-3954-40E6-9C5A-878A15781016}" dt="2026-08-24T10:22:55.616" v="759" actId="1076"/>
        <pc:sldMkLst>
          <pc:docMk/>
          <pc:sldMk cId="3089675307" sldId="265"/>
        </pc:sldMkLst>
        <pc:spChg chg="add mod">
          <ac:chgData name="Chandni Kalchuri" userId="23c219695ec52bba" providerId="LiveId" clId="{E5F3B731-3954-40E6-9C5A-878A15781016}" dt="2026-08-24T10:22:25.263" v="756" actId="1076"/>
          <ac:spMkLst>
            <pc:docMk/>
            <pc:sldMk cId="3089675307" sldId="265"/>
            <ac:spMk id="3" creationId="{E6A117B6-50E3-7A74-114D-A8A649C661F4}"/>
          </ac:spMkLst>
        </pc:spChg>
        <pc:spChg chg="add mod">
          <ac:chgData name="Chandni Kalchuri" userId="23c219695ec52bba" providerId="LiveId" clId="{E5F3B731-3954-40E6-9C5A-878A15781016}" dt="2026-08-24T10:22:55.616" v="759" actId="1076"/>
          <ac:spMkLst>
            <pc:docMk/>
            <pc:sldMk cId="3089675307" sldId="265"/>
            <ac:spMk id="5" creationId="{39E71411-7EBE-C3F8-49BE-84A8507B7BDB}"/>
          </ac:spMkLst>
        </pc:spChg>
      </pc:sldChg>
      <pc:sldChg chg="addSp modSp new mod">
        <pc:chgData name="Chandni Kalchuri" userId="23c219695ec52bba" providerId="LiveId" clId="{E5F3B731-3954-40E6-9C5A-878A15781016}" dt="2026-08-24T10:07:38.324" v="711" actId="14100"/>
        <pc:sldMkLst>
          <pc:docMk/>
          <pc:sldMk cId="2381711136" sldId="266"/>
        </pc:sldMkLst>
        <pc:spChg chg="add mod">
          <ac:chgData name="Chandni Kalchuri" userId="23c219695ec52bba" providerId="LiveId" clId="{E5F3B731-3954-40E6-9C5A-878A15781016}" dt="2026-08-24T10:07:12.005" v="707" actId="1076"/>
          <ac:spMkLst>
            <pc:docMk/>
            <pc:sldMk cId="2381711136" sldId="266"/>
            <ac:spMk id="3" creationId="{B39AF3DB-E770-B5A5-EA94-56A6D544C9DC}"/>
          </ac:spMkLst>
        </pc:spChg>
        <pc:spChg chg="add mod">
          <ac:chgData name="Chandni Kalchuri" userId="23c219695ec52bba" providerId="LiveId" clId="{E5F3B731-3954-40E6-9C5A-878A15781016}" dt="2026-08-24T10:07:22.223" v="709" actId="14100"/>
          <ac:spMkLst>
            <pc:docMk/>
            <pc:sldMk cId="2381711136" sldId="266"/>
            <ac:spMk id="5" creationId="{FB899683-C9F2-7769-D0D1-DD289537A565}"/>
          </ac:spMkLst>
        </pc:spChg>
        <pc:spChg chg="add mod">
          <ac:chgData name="Chandni Kalchuri" userId="23c219695ec52bba" providerId="LiveId" clId="{E5F3B731-3954-40E6-9C5A-878A15781016}" dt="2026-08-24T10:07:38.324" v="711" actId="14100"/>
          <ac:spMkLst>
            <pc:docMk/>
            <pc:sldMk cId="2381711136" sldId="266"/>
            <ac:spMk id="7" creationId="{8A38853E-DD71-E8E4-43C2-0A4B4C80DDE5}"/>
          </ac:spMkLst>
        </pc:spChg>
      </pc:sldChg>
      <pc:sldChg chg="addSp delSp modSp new mod ord">
        <pc:chgData name="Chandni Kalchuri" userId="23c219695ec52bba" providerId="LiveId" clId="{E5F3B731-3954-40E6-9C5A-878A15781016}" dt="2026-08-24T10:40:10.752" v="871" actId="113"/>
        <pc:sldMkLst>
          <pc:docMk/>
          <pc:sldMk cId="161720336" sldId="267"/>
        </pc:sldMkLst>
        <pc:spChg chg="add mod">
          <ac:chgData name="Chandni Kalchuri" userId="23c219695ec52bba" providerId="LiveId" clId="{E5F3B731-3954-40E6-9C5A-878A15781016}" dt="2026-08-24T10:37:35.842" v="834" actId="1076"/>
          <ac:spMkLst>
            <pc:docMk/>
            <pc:sldMk cId="161720336" sldId="267"/>
            <ac:spMk id="3" creationId="{C796EFE8-9030-033F-6845-7A6869C80F34}"/>
          </ac:spMkLst>
        </pc:spChg>
        <pc:spChg chg="add del mod">
          <ac:chgData name="Chandni Kalchuri" userId="23c219695ec52bba" providerId="LiveId" clId="{E5F3B731-3954-40E6-9C5A-878A15781016}" dt="2026-08-24T10:34:29.854" v="800" actId="22"/>
          <ac:spMkLst>
            <pc:docMk/>
            <pc:sldMk cId="161720336" sldId="267"/>
            <ac:spMk id="7" creationId="{0C965B77-32E3-5D1D-BADB-4205345ABF9C}"/>
          </ac:spMkLst>
        </pc:spChg>
        <pc:spChg chg="add mod">
          <ac:chgData name="Chandni Kalchuri" userId="23c219695ec52bba" providerId="LiveId" clId="{E5F3B731-3954-40E6-9C5A-878A15781016}" dt="2026-08-24T10:40:05.908" v="870" actId="114"/>
          <ac:spMkLst>
            <pc:docMk/>
            <pc:sldMk cId="161720336" sldId="267"/>
            <ac:spMk id="9" creationId="{9B7B6745-0002-A86F-8FFD-CF9741667AFD}"/>
          </ac:spMkLst>
        </pc:spChg>
        <pc:spChg chg="add mod">
          <ac:chgData name="Chandni Kalchuri" userId="23c219695ec52bba" providerId="LiveId" clId="{E5F3B731-3954-40E6-9C5A-878A15781016}" dt="2026-08-24T10:37:49.175" v="836" actId="1076"/>
          <ac:spMkLst>
            <pc:docMk/>
            <pc:sldMk cId="161720336" sldId="267"/>
            <ac:spMk id="11" creationId="{904FB0F7-2D45-03FB-3AC0-79FAAE77F260}"/>
          </ac:spMkLst>
        </pc:spChg>
        <pc:spChg chg="add mod">
          <ac:chgData name="Chandni Kalchuri" userId="23c219695ec52bba" providerId="LiveId" clId="{E5F3B731-3954-40E6-9C5A-878A15781016}" dt="2026-08-24T10:40:10.752" v="871" actId="113"/>
          <ac:spMkLst>
            <pc:docMk/>
            <pc:sldMk cId="161720336" sldId="267"/>
            <ac:spMk id="13" creationId="{5D34AE4A-10A9-D3A8-454D-A963D7CBE460}"/>
          </ac:spMkLst>
        </pc:spChg>
        <pc:picChg chg="add mod">
          <ac:chgData name="Chandni Kalchuri" userId="23c219695ec52bba" providerId="LiveId" clId="{E5F3B731-3954-40E6-9C5A-878A15781016}" dt="2026-08-24T10:37:41.750" v="835" actId="1076"/>
          <ac:picMkLst>
            <pc:docMk/>
            <pc:sldMk cId="161720336" sldId="267"/>
            <ac:picMk id="5" creationId="{B7C7F39C-35B2-85E6-5B1A-C0A2A7E75CD8}"/>
          </ac:picMkLst>
        </pc:picChg>
      </pc:sldChg>
      <pc:sldChg chg="addSp modSp new mod ord">
        <pc:chgData name="Chandni Kalchuri" userId="23c219695ec52bba" providerId="LiveId" clId="{E5F3B731-3954-40E6-9C5A-878A15781016}" dt="2026-08-24T10:45:14.458" v="938" actId="1076"/>
        <pc:sldMkLst>
          <pc:docMk/>
          <pc:sldMk cId="4225922581" sldId="268"/>
        </pc:sldMkLst>
        <pc:spChg chg="add mod">
          <ac:chgData name="Chandni Kalchuri" userId="23c219695ec52bba" providerId="LiveId" clId="{E5F3B731-3954-40E6-9C5A-878A15781016}" dt="2026-08-24T10:45:14.458" v="938" actId="1076"/>
          <ac:spMkLst>
            <pc:docMk/>
            <pc:sldMk cId="4225922581" sldId="268"/>
            <ac:spMk id="3" creationId="{35539D47-3E98-756F-94A0-AEAAC71F540D}"/>
          </ac:spMkLst>
        </pc:spChg>
        <pc:spChg chg="add mod">
          <ac:chgData name="Chandni Kalchuri" userId="23c219695ec52bba" providerId="LiveId" clId="{E5F3B731-3954-40E6-9C5A-878A15781016}" dt="2026-08-24T10:45:03.737" v="937" actId="14100"/>
          <ac:spMkLst>
            <pc:docMk/>
            <pc:sldMk cId="4225922581" sldId="268"/>
            <ac:spMk id="7" creationId="{8CAC3B75-619C-1A80-B6EB-A087369EF954}"/>
          </ac:spMkLst>
        </pc:spChg>
        <pc:spChg chg="add mod">
          <ac:chgData name="Chandni Kalchuri" userId="23c219695ec52bba" providerId="LiveId" clId="{E5F3B731-3954-40E6-9C5A-878A15781016}" dt="2026-08-24T10:44:51.643" v="935" actId="1076"/>
          <ac:spMkLst>
            <pc:docMk/>
            <pc:sldMk cId="4225922581" sldId="268"/>
            <ac:spMk id="9" creationId="{E5BAD23A-E8DD-148E-0505-B7B53BF5A5DC}"/>
          </ac:spMkLst>
        </pc:spChg>
        <pc:picChg chg="add mod">
          <ac:chgData name="Chandni Kalchuri" userId="23c219695ec52bba" providerId="LiveId" clId="{E5F3B731-3954-40E6-9C5A-878A15781016}" dt="2026-08-24T10:43:22.066" v="910" actId="1076"/>
          <ac:picMkLst>
            <pc:docMk/>
            <pc:sldMk cId="4225922581" sldId="268"/>
            <ac:picMk id="5" creationId="{4A15E846-E9A0-20CC-6AE2-128F216EE515}"/>
          </ac:picMkLst>
        </pc:picChg>
      </pc:sldChg>
      <pc:sldChg chg="addSp modSp new mod ord">
        <pc:chgData name="Chandni Kalchuri" userId="23c219695ec52bba" providerId="LiveId" clId="{E5F3B731-3954-40E6-9C5A-878A15781016}" dt="2026-08-24T10:49:51.566" v="969" actId="1076"/>
        <pc:sldMkLst>
          <pc:docMk/>
          <pc:sldMk cId="1172753792" sldId="269"/>
        </pc:sldMkLst>
        <pc:spChg chg="add mod">
          <ac:chgData name="Chandni Kalchuri" userId="23c219695ec52bba" providerId="LiveId" clId="{E5F3B731-3954-40E6-9C5A-878A15781016}" dt="2026-08-24T10:49:46.283" v="968" actId="1076"/>
          <ac:spMkLst>
            <pc:docMk/>
            <pc:sldMk cId="1172753792" sldId="269"/>
            <ac:spMk id="3" creationId="{BB5019E8-6788-1AF3-7253-B501D0E7CD2A}"/>
          </ac:spMkLst>
        </pc:spChg>
        <pc:spChg chg="add mod">
          <ac:chgData name="Chandni Kalchuri" userId="23c219695ec52bba" providerId="LiveId" clId="{E5F3B731-3954-40E6-9C5A-878A15781016}" dt="2026-08-24T10:49:51.566" v="969" actId="1076"/>
          <ac:spMkLst>
            <pc:docMk/>
            <pc:sldMk cId="1172753792" sldId="269"/>
            <ac:spMk id="5" creationId="{6D269E19-622B-1B45-F2A6-5216BFB106B4}"/>
          </ac:spMkLst>
        </pc:spChg>
      </pc:sldChg>
      <pc:sldChg chg="addSp modSp new mod">
        <pc:chgData name="Chandni Kalchuri" userId="23c219695ec52bba" providerId="LiveId" clId="{E5F3B731-3954-40E6-9C5A-878A15781016}" dt="2026-08-24T10:53:49.617" v="1022" actId="404"/>
        <pc:sldMkLst>
          <pc:docMk/>
          <pc:sldMk cId="186724894" sldId="270"/>
        </pc:sldMkLst>
        <pc:spChg chg="add mod">
          <ac:chgData name="Chandni Kalchuri" userId="23c219695ec52bba" providerId="LiveId" clId="{E5F3B731-3954-40E6-9C5A-878A15781016}" dt="2026-08-24T10:53:11.277" v="1016" actId="1076"/>
          <ac:spMkLst>
            <pc:docMk/>
            <pc:sldMk cId="186724894" sldId="270"/>
            <ac:spMk id="3" creationId="{9306BF85-66D1-5F5F-08F3-F5F2D07BB43D}"/>
          </ac:spMkLst>
        </pc:spChg>
        <pc:spChg chg="add mod">
          <ac:chgData name="Chandni Kalchuri" userId="23c219695ec52bba" providerId="LiveId" clId="{E5F3B731-3954-40E6-9C5A-878A15781016}" dt="2026-08-24T10:53:49.617" v="1022" actId="404"/>
          <ac:spMkLst>
            <pc:docMk/>
            <pc:sldMk cId="186724894" sldId="270"/>
            <ac:spMk id="5" creationId="{0BC42ED8-4522-9C9A-5989-456C901062BC}"/>
          </ac:spMkLst>
        </pc:spChg>
      </pc:sldChg>
      <pc:sldChg chg="addSp modSp new mod">
        <pc:chgData name="Chandni Kalchuri" userId="23c219695ec52bba" providerId="LiveId" clId="{E5F3B731-3954-40E6-9C5A-878A15781016}" dt="2026-08-24T11:47:00.478" v="1052" actId="1076"/>
        <pc:sldMkLst>
          <pc:docMk/>
          <pc:sldMk cId="4116649181" sldId="271"/>
        </pc:sldMkLst>
        <pc:picChg chg="add mod">
          <ac:chgData name="Chandni Kalchuri" userId="23c219695ec52bba" providerId="LiveId" clId="{E5F3B731-3954-40E6-9C5A-878A15781016}" dt="2026-08-24T11:47:00.478" v="1052" actId="1076"/>
          <ac:picMkLst>
            <pc:docMk/>
            <pc:sldMk cId="4116649181" sldId="271"/>
            <ac:picMk id="2" creationId="{1ED19BC8-1226-77D6-763A-7D544FB666F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06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722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87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755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456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78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315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847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35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686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443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0236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081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512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643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068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2344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98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806C15A-4C73-4820-955A-B8D9DE54FB0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50392-E0B4-46C6-9FFC-ECEE027F6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202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68D24E-0D95-4CD2-99A9-4FE4DEF76708}"/>
              </a:ext>
            </a:extLst>
          </p:cNvPr>
          <p:cNvSpPr txBox="1"/>
          <p:nvPr/>
        </p:nvSpPr>
        <p:spPr>
          <a:xfrm>
            <a:off x="1510145" y="1386833"/>
            <a:ext cx="91717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effectLst/>
                <a:latin typeface="Bell MT" panose="02020503060305020303" pitchFamily="18" charset="0"/>
              </a:rPr>
              <a:t>Title:</a:t>
            </a:r>
            <a:r>
              <a:rPr lang="en-IN" sz="3600" dirty="0">
                <a:effectLst/>
                <a:latin typeface="Bell MT" panose="02020503060305020303" pitchFamily="18" charset="0"/>
              </a:rPr>
              <a:t> </a:t>
            </a:r>
            <a:r>
              <a:rPr lang="en-IN" sz="3600" dirty="0" err="1">
                <a:effectLst/>
                <a:latin typeface="Bell MT" panose="02020503060305020303" pitchFamily="18" charset="0"/>
              </a:rPr>
              <a:t>TradeWise</a:t>
            </a:r>
            <a:r>
              <a:rPr lang="en-IN" sz="3600" dirty="0">
                <a:effectLst/>
                <a:latin typeface="Bell MT" panose="02020503060305020303" pitchFamily="18" charset="0"/>
              </a:rPr>
              <a:t>: Stock Performance Analysis</a:t>
            </a:r>
            <a:r>
              <a:rPr lang="en-IN" sz="3600" dirty="0">
                <a:latin typeface="Bell MT" panose="02020503060305020303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5BEA93-EAAE-73EE-FC50-B1A068E6D42C}"/>
              </a:ext>
            </a:extLst>
          </p:cNvPr>
          <p:cNvSpPr txBox="1"/>
          <p:nvPr/>
        </p:nvSpPr>
        <p:spPr>
          <a:xfrm>
            <a:off x="1510143" y="4824837"/>
            <a:ext cx="45858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i="1" dirty="0">
                <a:latin typeface="Bell MT" panose="02020503060305020303" pitchFamily="18" charset="0"/>
              </a:rPr>
              <a:t>Name: Chandni Kalchuri</a:t>
            </a:r>
          </a:p>
          <a:p>
            <a:pPr algn="ctr"/>
            <a:r>
              <a:rPr lang="en-IN" sz="2400" b="1" i="1" dirty="0">
                <a:latin typeface="Bell MT" panose="02020503060305020303" pitchFamily="18" charset="0"/>
              </a:rPr>
              <a:t>Date: 24-08-2026</a:t>
            </a:r>
          </a:p>
        </p:txBody>
      </p:sp>
      <p:pic>
        <p:nvPicPr>
          <p:cNvPr id="8" name="Picture 7" descr="What is Nifty - Meaning, Definition and Companies List 2026">
            <a:extLst>
              <a:ext uri="{FF2B5EF4-FFF2-40B4-BE49-F238E27FC236}">
                <a16:creationId xmlns:a16="http://schemas.microsoft.com/office/drawing/2014/main" id="{B6D9D27A-5A62-6DEA-3E01-E4ADDAF5B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496" y="2587516"/>
            <a:ext cx="3464471" cy="173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51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E80754-0C23-248D-F06C-70F01AA124A2}"/>
              </a:ext>
            </a:extLst>
          </p:cNvPr>
          <p:cNvSpPr txBox="1"/>
          <p:nvPr/>
        </p:nvSpPr>
        <p:spPr>
          <a:xfrm>
            <a:off x="1030016" y="817621"/>
            <a:ext cx="723111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Introduction to </a:t>
            </a:r>
            <a:r>
              <a:rPr lang="en-IN" sz="44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TradeWise</a:t>
            </a:r>
            <a:endParaRPr lang="en-IN" sz="4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F889FF-15E6-B11F-9A59-EC70D1D2F425}"/>
              </a:ext>
            </a:extLst>
          </p:cNvPr>
          <p:cNvSpPr txBox="1"/>
          <p:nvPr/>
        </p:nvSpPr>
        <p:spPr>
          <a:xfrm>
            <a:off x="1697421" y="2259449"/>
            <a:ext cx="8797158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The Market Context:</a:t>
            </a:r>
            <a:r>
              <a:rPr lang="en-IN" sz="2400" dirty="0"/>
              <a:t> </a:t>
            </a:r>
            <a:r>
              <a:rPr lang="en-IN" sz="2000" dirty="0"/>
              <a:t>The Nifty 50 represents the core of the Indian equity market. However, successfully navigating its volatility requires data-driven systems, not just intuition.</a:t>
            </a:r>
          </a:p>
          <a:p>
            <a:pPr lvl="0"/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Project Overview:</a:t>
            </a:r>
            <a:r>
              <a:rPr lang="en-IN" sz="2400" dirty="0"/>
              <a:t> </a:t>
            </a:r>
            <a:r>
              <a:rPr lang="en-IN" sz="2000" dirty="0"/>
              <a:t>"</a:t>
            </a:r>
            <a:r>
              <a:rPr lang="en-IN" sz="2000" dirty="0" err="1"/>
              <a:t>TradeWise</a:t>
            </a:r>
            <a:r>
              <a:rPr lang="en-IN" sz="2000" dirty="0"/>
              <a:t>" is an analytical project designed to </a:t>
            </a:r>
            <a:r>
              <a:rPr lang="en-IN" sz="2000" dirty="0" err="1"/>
              <a:t>backtest</a:t>
            </a:r>
            <a:r>
              <a:rPr lang="en-IN" sz="2000" dirty="0"/>
              <a:t> historical price data for the Top 20 Nifty 50 stocks using algorithmic trading principles.</a:t>
            </a:r>
          </a:p>
        </p:txBody>
      </p:sp>
      <p:pic>
        <p:nvPicPr>
          <p:cNvPr id="6" name="Google Shape;61;p14">
            <a:extLst>
              <a:ext uri="{FF2B5EF4-FFF2-40B4-BE49-F238E27FC236}">
                <a16:creationId xmlns:a16="http://schemas.microsoft.com/office/drawing/2014/main" id="{5B52E383-7CDB-8194-79D5-FA02EB577BB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532883" y="0"/>
            <a:ext cx="1629101" cy="1439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5887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D12849-6005-03FD-5FCF-9A6EEDBF5AE1}"/>
              </a:ext>
            </a:extLst>
          </p:cNvPr>
          <p:cNvSpPr txBox="1"/>
          <p:nvPr/>
        </p:nvSpPr>
        <p:spPr>
          <a:xfrm>
            <a:off x="3047999" y="325085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Primary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1681EC-ADC4-E9F3-AE8C-456DF8A66C15}"/>
              </a:ext>
            </a:extLst>
          </p:cNvPr>
          <p:cNvSpPr txBox="1"/>
          <p:nvPr/>
        </p:nvSpPr>
        <p:spPr>
          <a:xfrm>
            <a:off x="1408386" y="1505396"/>
            <a:ext cx="9249104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 err="1"/>
              <a:t>Analyze</a:t>
            </a:r>
            <a:r>
              <a:rPr lang="en-IN" sz="2400" b="1" dirty="0"/>
              <a:t> Historical Data</a:t>
            </a:r>
            <a:r>
              <a:rPr lang="en-IN" sz="2000" b="1" dirty="0"/>
              <a:t>:</a:t>
            </a:r>
            <a:r>
              <a:rPr lang="en-IN" sz="2000" dirty="0"/>
              <a:t> Process and clean 5-year historical stock data to extract meaningful trends.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Implement Trading Strategy</a:t>
            </a:r>
            <a:r>
              <a:rPr lang="en-IN" sz="2000" b="1" dirty="0"/>
              <a:t>:</a:t>
            </a:r>
            <a:r>
              <a:rPr lang="en-IN" sz="2000" dirty="0"/>
              <a:t> Backtest a systematic 20-Day vs. 50-Day Moving Average (MA) Crossover strategy.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Evaluate Performance</a:t>
            </a:r>
            <a:r>
              <a:rPr lang="en-IN" sz="2000" b="1" dirty="0"/>
              <a:t>:</a:t>
            </a:r>
            <a:r>
              <a:rPr lang="en-IN" sz="2000" dirty="0"/>
              <a:t> Calculate key metrics including Total Returns, Maximum Drawdown, and Sharpe Ratio.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Strategic Recommendations</a:t>
            </a:r>
            <a:r>
              <a:rPr lang="en-IN" sz="2000" b="1" dirty="0"/>
              <a:t>:</a:t>
            </a:r>
            <a:r>
              <a:rPr lang="en-IN" sz="2000" dirty="0"/>
              <a:t> Identify the most robust stocks to formulate a data-backed investment portfolio.</a:t>
            </a:r>
          </a:p>
        </p:txBody>
      </p:sp>
      <p:pic>
        <p:nvPicPr>
          <p:cNvPr id="7" name="Picture 6" descr="Target Icon Set Vector Image">
            <a:extLst>
              <a:ext uri="{FF2B5EF4-FFF2-40B4-BE49-F238E27FC236}">
                <a16:creationId xmlns:a16="http://schemas.microsoft.com/office/drawing/2014/main" id="{EC49B887-0CE7-B869-40A3-4C7E3C5DB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286" y="0"/>
            <a:ext cx="1314212" cy="126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260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5D400E-5166-F414-836A-3C293F1C0102}"/>
              </a:ext>
            </a:extLst>
          </p:cNvPr>
          <p:cNvSpPr txBox="1"/>
          <p:nvPr/>
        </p:nvSpPr>
        <p:spPr>
          <a:xfrm>
            <a:off x="3936123" y="562195"/>
            <a:ext cx="43197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Data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70179D-1D0E-56EB-008E-7E49A5775915}"/>
              </a:ext>
            </a:extLst>
          </p:cNvPr>
          <p:cNvSpPr txBox="1"/>
          <p:nvPr/>
        </p:nvSpPr>
        <p:spPr>
          <a:xfrm>
            <a:off x="1198177" y="1340602"/>
            <a:ext cx="9795641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effectLst/>
                <a:latin typeface="+mn-lt"/>
              </a:rPr>
              <a:t>Dataset Scope:</a:t>
            </a:r>
            <a:r>
              <a:rPr lang="en-IN" sz="2400" dirty="0">
                <a:effectLst/>
                <a:latin typeface="+mn-lt"/>
              </a:rPr>
              <a:t> </a:t>
            </a:r>
            <a:r>
              <a:rPr lang="en-IN" sz="2000" dirty="0">
                <a:effectLst/>
                <a:latin typeface="+mn-lt"/>
              </a:rPr>
              <a:t>The analysis utilizes 5 years of historical daily price data specifically filtered for the Top 20 stocks within the Nifty 50 index.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000" b="1" dirty="0">
              <a:effectLst/>
              <a:latin typeface="+mn-lt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effectLst/>
                <a:latin typeface="+mn-lt"/>
              </a:rPr>
              <a:t>Key Variables:</a:t>
            </a:r>
            <a:r>
              <a:rPr lang="en-IN" sz="2400" dirty="0">
                <a:effectLst/>
                <a:latin typeface="+mn-lt"/>
              </a:rPr>
              <a:t> </a:t>
            </a:r>
            <a:r>
              <a:rPr lang="en-IN" sz="2000" dirty="0">
                <a:effectLst/>
                <a:latin typeface="+mn-lt"/>
              </a:rPr>
              <a:t>The dataset includes essential market metrics such as Open, High, Low, Close, Adjusted Close, Volume, and VWAP (Volume Weighted Average Price). </a:t>
            </a:r>
          </a:p>
          <a:p>
            <a:pPr lvl="0"/>
            <a:endParaRPr lang="en-IN" sz="2000" dirty="0">
              <a:effectLst/>
              <a:latin typeface="+mn-lt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effectLst/>
                <a:latin typeface="+mn-lt"/>
              </a:rPr>
              <a:t>Data Cleaning &amp; Preprocessing:</a:t>
            </a:r>
            <a:endParaRPr lang="en-IN" sz="2400" dirty="0">
              <a:effectLst/>
              <a:latin typeface="+mn-lt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2000" dirty="0">
                <a:effectLst/>
                <a:latin typeface="+mn-lt"/>
              </a:rPr>
              <a:t>Handled missing values and eliminated data inconsistencies.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2000" dirty="0">
                <a:effectLst/>
                <a:latin typeface="+mn-lt"/>
              </a:rPr>
              <a:t>Ensured strict chronological order, which is mandatory for accurate time-series analysis.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000" b="1" dirty="0">
              <a:effectLst/>
              <a:latin typeface="+mn-lt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effectLst/>
                <a:latin typeface="+mn-lt"/>
              </a:rPr>
              <a:t>Significance:</a:t>
            </a:r>
            <a:r>
              <a:rPr lang="en-IN" sz="2400" dirty="0">
                <a:effectLst/>
                <a:latin typeface="+mn-lt"/>
              </a:rPr>
              <a:t> </a:t>
            </a:r>
            <a:r>
              <a:rPr lang="en-IN" sz="2000" dirty="0">
                <a:effectLst/>
                <a:latin typeface="+mn-lt"/>
              </a:rPr>
              <a:t>High-quality, continuous data is critical for calculating precise 20-day and 50-day moving averages and generating reliable algorithmic trading signals. </a:t>
            </a:r>
            <a:endParaRPr lang="en-IN" sz="2000" dirty="0">
              <a:effectLst/>
              <a:latin typeface="Google Sans Text"/>
            </a:endParaRPr>
          </a:p>
        </p:txBody>
      </p:sp>
      <p:pic>
        <p:nvPicPr>
          <p:cNvPr id="10" name="Picture 9" descr="Free Database Server Data Tables Icon, Symbol. Download in SVG &amp; PNG  Formats.">
            <a:extLst>
              <a:ext uri="{FF2B5EF4-FFF2-40B4-BE49-F238E27FC236}">
                <a16:creationId xmlns:a16="http://schemas.microsoft.com/office/drawing/2014/main" id="{83C71CDC-8F8C-2B15-A2D3-B9563FB441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741"/>
          <a:stretch>
            <a:fillRect/>
          </a:stretch>
        </p:blipFill>
        <p:spPr>
          <a:xfrm>
            <a:off x="9711559" y="46095"/>
            <a:ext cx="1355834" cy="100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278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8B1CDE-F2C5-0070-28ED-E6A1B4A1C695}"/>
              </a:ext>
            </a:extLst>
          </p:cNvPr>
          <p:cNvSpPr txBox="1"/>
          <p:nvPr/>
        </p:nvSpPr>
        <p:spPr>
          <a:xfrm>
            <a:off x="536028" y="472231"/>
            <a:ext cx="92596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Analytical Approach &amp;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78C99-E295-A965-B8FD-303973A962EC}"/>
              </a:ext>
            </a:extLst>
          </p:cNvPr>
          <p:cNvSpPr txBox="1"/>
          <p:nvPr/>
        </p:nvSpPr>
        <p:spPr>
          <a:xfrm>
            <a:off x="1022131" y="1430566"/>
            <a:ext cx="10147738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effectLst/>
                <a:latin typeface="+mn-lt"/>
              </a:rPr>
              <a:t>Tools Utilized:</a:t>
            </a:r>
            <a:r>
              <a:rPr lang="en-IN" sz="2400" dirty="0">
                <a:effectLst/>
                <a:latin typeface="+mn-lt"/>
              </a:rPr>
              <a:t> </a:t>
            </a:r>
            <a:r>
              <a:rPr lang="en-IN" sz="2000" dirty="0">
                <a:effectLst/>
                <a:latin typeface="+mn-lt"/>
              </a:rPr>
              <a:t>Employed </a:t>
            </a:r>
            <a:r>
              <a:rPr lang="en-IN" sz="2000" b="1" dirty="0">
                <a:effectLst/>
                <a:latin typeface="+mn-lt"/>
              </a:rPr>
              <a:t>Python</a:t>
            </a:r>
            <a:r>
              <a:rPr lang="en-IN" sz="2000" dirty="0">
                <a:effectLst/>
                <a:latin typeface="+mn-lt"/>
              </a:rPr>
              <a:t> as the primary analytical tool, utilizing </a:t>
            </a:r>
            <a:r>
              <a:rPr lang="en-IN" sz="2000" b="1" dirty="0">
                <a:effectLst/>
                <a:latin typeface="+mn-lt"/>
              </a:rPr>
              <a:t>Pandas</a:t>
            </a:r>
            <a:r>
              <a:rPr lang="en-IN" sz="2000" dirty="0">
                <a:effectLst/>
                <a:latin typeface="+mn-lt"/>
              </a:rPr>
              <a:t> for complex data manipulation and aggregations, along with </a:t>
            </a:r>
            <a:r>
              <a:rPr lang="en-IN" sz="2000" b="1" dirty="0">
                <a:effectLst/>
                <a:latin typeface="+mn-lt"/>
              </a:rPr>
              <a:t>Matplotlib</a:t>
            </a:r>
            <a:r>
              <a:rPr lang="en-IN" sz="2000" dirty="0">
                <a:effectLst/>
                <a:latin typeface="+mn-lt"/>
              </a:rPr>
              <a:t> and </a:t>
            </a:r>
            <a:r>
              <a:rPr lang="en-IN" sz="2000" b="1" dirty="0">
                <a:effectLst/>
                <a:latin typeface="+mn-lt"/>
              </a:rPr>
              <a:t>Seaborn</a:t>
            </a:r>
            <a:r>
              <a:rPr lang="en-IN" sz="2000" dirty="0">
                <a:effectLst/>
                <a:latin typeface="+mn-lt"/>
              </a:rPr>
              <a:t> for dynamic data visualization.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000" b="1" dirty="0">
              <a:effectLst/>
              <a:latin typeface="+mn-lt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effectLst/>
                <a:latin typeface="+mn-lt"/>
              </a:rPr>
              <a:t>Algorithmic Strategy:</a:t>
            </a:r>
            <a:r>
              <a:rPr lang="en-IN" sz="2400" dirty="0">
                <a:effectLst/>
                <a:latin typeface="+mn-lt"/>
              </a:rPr>
              <a:t> </a:t>
            </a:r>
            <a:r>
              <a:rPr lang="en-IN" sz="2000" dirty="0">
                <a:effectLst/>
                <a:latin typeface="+mn-lt"/>
              </a:rPr>
              <a:t>Designed and </a:t>
            </a:r>
            <a:r>
              <a:rPr lang="en-IN" sz="2000" dirty="0" err="1">
                <a:effectLst/>
                <a:latin typeface="+mn-lt"/>
              </a:rPr>
              <a:t>backtested</a:t>
            </a:r>
            <a:r>
              <a:rPr lang="en-IN" sz="2000" dirty="0">
                <a:effectLst/>
                <a:latin typeface="+mn-lt"/>
              </a:rPr>
              <a:t> a trend-following system using a </a:t>
            </a:r>
            <a:r>
              <a:rPr lang="en-IN" sz="2000" b="1" dirty="0">
                <a:effectLst/>
                <a:latin typeface="+mn-lt"/>
              </a:rPr>
              <a:t>20-day (Short-term)</a:t>
            </a:r>
            <a:r>
              <a:rPr lang="en-IN" sz="2000" dirty="0">
                <a:effectLst/>
                <a:latin typeface="+mn-lt"/>
              </a:rPr>
              <a:t> and </a:t>
            </a:r>
            <a:r>
              <a:rPr lang="en-IN" sz="2000" b="1" dirty="0">
                <a:effectLst/>
                <a:latin typeface="+mn-lt"/>
              </a:rPr>
              <a:t>50-day (Long-term) Simple Moving Average (SMA)</a:t>
            </a:r>
            <a:r>
              <a:rPr lang="en-IN" sz="2000" dirty="0">
                <a:effectLst/>
                <a:latin typeface="+mn-lt"/>
              </a:rPr>
              <a:t> to autonomously generate Buy and Sell signals.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000" b="1" dirty="0">
              <a:effectLst/>
              <a:latin typeface="+mn-lt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effectLst/>
                <a:latin typeface="+mn-lt"/>
              </a:rPr>
              <a:t>Performance Evaluation:</a:t>
            </a:r>
            <a:r>
              <a:rPr lang="en-IN" sz="2400" dirty="0">
                <a:effectLst/>
                <a:latin typeface="+mn-lt"/>
              </a:rPr>
              <a:t> </a:t>
            </a:r>
            <a:r>
              <a:rPr lang="en-IN" sz="2000" dirty="0">
                <a:effectLst/>
                <a:latin typeface="+mn-lt"/>
              </a:rPr>
              <a:t>Quantified strategy success by calculating critical risk-reward metrics, primarily Total Returns, Annualized Returns, Maximum Drawdown, and the Sharpe Ratio.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000" dirty="0">
              <a:effectLst/>
              <a:latin typeface="+mn-lt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effectLst/>
                <a:latin typeface="+mn-lt"/>
              </a:rPr>
              <a:t>Visual Analysis:</a:t>
            </a:r>
            <a:r>
              <a:rPr lang="en-IN" sz="2400" dirty="0">
                <a:effectLst/>
                <a:latin typeface="+mn-lt"/>
              </a:rPr>
              <a:t> </a:t>
            </a:r>
            <a:r>
              <a:rPr lang="en-IN" sz="2000" dirty="0">
                <a:effectLst/>
                <a:latin typeface="+mn-lt"/>
              </a:rPr>
              <a:t>Created pair plots, scatter plots, and correlation heatmaps to uncover hidden patterns, inter-stock relationships, and volatility trends across the Top 20 stocks. </a:t>
            </a:r>
            <a:endParaRPr lang="en-IN" sz="2000" dirty="0">
              <a:effectLst/>
              <a:latin typeface="Google Sans Text"/>
            </a:endParaRPr>
          </a:p>
        </p:txBody>
      </p:sp>
      <p:pic>
        <p:nvPicPr>
          <p:cNvPr id="6" name="Picture 5" descr="Settings gear icon - Free computer icons">
            <a:extLst>
              <a:ext uri="{FF2B5EF4-FFF2-40B4-BE49-F238E27FC236}">
                <a16:creationId xmlns:a16="http://schemas.microsoft.com/office/drawing/2014/main" id="{E1CB4CB7-F3B2-C632-955C-C9F908F13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895" y="138085"/>
            <a:ext cx="1103587" cy="110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216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7D5210-0672-3174-26DE-D3C6FDEC1745}"/>
              </a:ext>
            </a:extLst>
          </p:cNvPr>
          <p:cNvSpPr txBox="1"/>
          <p:nvPr/>
        </p:nvSpPr>
        <p:spPr>
          <a:xfrm>
            <a:off x="1781503" y="139053"/>
            <a:ext cx="86289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Long-Term Wealth Compounding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81BAF5-40EF-7916-E632-69DED0CB1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048" y="1374228"/>
            <a:ext cx="6867523" cy="41095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028710-D454-1A6B-38C1-445885F8F216}"/>
              </a:ext>
            </a:extLst>
          </p:cNvPr>
          <p:cNvSpPr txBox="1"/>
          <p:nvPr/>
        </p:nvSpPr>
        <p:spPr>
          <a:xfrm>
            <a:off x="195429" y="1008080"/>
            <a:ext cx="4818005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i="1" u="sng" dirty="0"/>
              <a:t>Key Insights</a:t>
            </a:r>
            <a:r>
              <a:rPr lang="en-IN" sz="2400" b="1" dirty="0"/>
              <a:t>:</a:t>
            </a: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1600" b="1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Exponential Growth:</a:t>
            </a:r>
            <a:r>
              <a:rPr lang="en-IN" sz="2400" dirty="0"/>
              <a:t> </a:t>
            </a:r>
            <a:r>
              <a:rPr lang="en-IN" sz="2000" dirty="0"/>
              <a:t>ADANI_ENTERPRISES demonstrated an exceptional compounding effect, massively outperforming the other top stocks over the </a:t>
            </a:r>
            <a:r>
              <a:rPr lang="en-IN" sz="2000" dirty="0" err="1"/>
              <a:t>analyzed</a:t>
            </a:r>
            <a:r>
              <a:rPr lang="en-IN" sz="2000" dirty="0"/>
              <a:t> period.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Performance Disparity</a:t>
            </a:r>
            <a:r>
              <a:rPr lang="en-IN" sz="2000" b="1" dirty="0"/>
              <a:t>:</a:t>
            </a:r>
            <a:r>
              <a:rPr lang="en-IN" sz="2000" dirty="0"/>
              <a:t> There is a significant disparity in long-term wealth generation even among the top-tier Nifty 50 stocks.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Flat Trajectories</a:t>
            </a:r>
            <a:r>
              <a:rPr lang="en-IN" sz="2000" b="1" dirty="0"/>
              <a:t>:</a:t>
            </a:r>
            <a:r>
              <a:rPr lang="en-IN" sz="2000" dirty="0"/>
              <a:t> While one asset surged, the remaining four stocks exhibited relatively flat or slow-growing trajectories, emphasizing the need for careful stock selection.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06A101-75CF-E10F-CCCC-28B5AEACA47E}"/>
              </a:ext>
            </a:extLst>
          </p:cNvPr>
          <p:cNvSpPr txBox="1"/>
          <p:nvPr/>
        </p:nvSpPr>
        <p:spPr>
          <a:xfrm>
            <a:off x="5129047" y="5949506"/>
            <a:ext cx="68675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i="1" u="sng" dirty="0">
                <a:latin typeface="Arial Narrow" panose="020B0606020202030204" pitchFamily="34" charset="0"/>
              </a:rPr>
              <a:t>Figure 1: Cumulative Returns Over Time (First 5 Stocks)</a:t>
            </a:r>
          </a:p>
        </p:txBody>
      </p:sp>
    </p:spTree>
    <p:extLst>
      <p:ext uri="{BB962C8B-B14F-4D97-AF65-F5344CB8AC3E}">
        <p14:creationId xmlns:p14="http://schemas.microsoft.com/office/powerpoint/2010/main" val="1802625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C507FF-54BF-6015-43FD-159FAB8A8FF8}"/>
              </a:ext>
            </a:extLst>
          </p:cNvPr>
          <p:cNvSpPr txBox="1"/>
          <p:nvPr/>
        </p:nvSpPr>
        <p:spPr>
          <a:xfrm>
            <a:off x="208082" y="185058"/>
            <a:ext cx="70566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Risk vs. Reward Efficiency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4A124B-1363-3E73-2824-505B1500B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82" y="1480820"/>
            <a:ext cx="6571090" cy="38963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2E71B3-BDD4-1B18-8EA3-D980650A0EE6}"/>
              </a:ext>
            </a:extLst>
          </p:cNvPr>
          <p:cNvSpPr txBox="1"/>
          <p:nvPr/>
        </p:nvSpPr>
        <p:spPr>
          <a:xfrm>
            <a:off x="7264773" y="812898"/>
            <a:ext cx="4719145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i="1" u="sng" dirty="0"/>
              <a:t>Key Insights:</a:t>
            </a:r>
          </a:p>
          <a:p>
            <a:pPr>
              <a:buNone/>
            </a:pPr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Positive Correlation:</a:t>
            </a:r>
            <a:r>
              <a:rPr lang="en-IN" sz="2400" dirty="0"/>
              <a:t> </a:t>
            </a:r>
            <a:r>
              <a:rPr lang="en-IN" sz="2000" dirty="0"/>
              <a:t>There is a strong positive correlation between Total Return and the Sharpe Ratio across the </a:t>
            </a:r>
            <a:r>
              <a:rPr lang="en-IN" sz="2000" dirty="0" err="1"/>
              <a:t>analyzed</a:t>
            </a:r>
            <a:r>
              <a:rPr lang="en-IN" sz="2000" dirty="0"/>
              <a:t> stocks.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Optimal Performers:</a:t>
            </a:r>
            <a:r>
              <a:rPr lang="en-IN" sz="2400" dirty="0"/>
              <a:t> </a:t>
            </a:r>
            <a:r>
              <a:rPr lang="en-IN" sz="2000" dirty="0"/>
              <a:t>Stocks positioned in the top-right quadrant (e.g., BAJAJ_FINANCE, ADANI_ENTERPRISES) offer the most efficient risk-adjusted returns.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Maximizing Profitability:</a:t>
            </a:r>
            <a:r>
              <a:rPr lang="en-IN" sz="2400" dirty="0"/>
              <a:t> </a:t>
            </a:r>
            <a:r>
              <a:rPr lang="en-IN" sz="2000" dirty="0"/>
              <a:t>These leading assets successfully maximize long-term profitability relative to the volatility (risk) endured by the investor.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8AAFAC-F8D0-29E3-944A-93B15A7707DC}"/>
              </a:ext>
            </a:extLst>
          </p:cNvPr>
          <p:cNvSpPr txBox="1"/>
          <p:nvPr/>
        </p:nvSpPr>
        <p:spPr>
          <a:xfrm>
            <a:off x="550731" y="590349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i="1" u="sng" dirty="0">
                <a:latin typeface="Arial Narrow" panose="020B0606020202030204" pitchFamily="34" charset="0"/>
              </a:rPr>
              <a:t>Figure 2: Sharpe Ratio vs Total Return</a:t>
            </a:r>
          </a:p>
        </p:txBody>
      </p:sp>
    </p:spTree>
    <p:extLst>
      <p:ext uri="{BB962C8B-B14F-4D97-AF65-F5344CB8AC3E}">
        <p14:creationId xmlns:p14="http://schemas.microsoft.com/office/powerpoint/2010/main" val="902561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23C898-8354-2FB0-8451-036798CF5617}"/>
              </a:ext>
            </a:extLst>
          </p:cNvPr>
          <p:cNvSpPr txBox="1"/>
          <p:nvPr/>
        </p:nvSpPr>
        <p:spPr>
          <a:xfrm>
            <a:off x="170676" y="281433"/>
            <a:ext cx="1046830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Market Correlation &amp; Portfolio Hedging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EACA79-3BF0-23B6-B3F0-C04BC559C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586" y="1282810"/>
            <a:ext cx="6188083" cy="46484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35C8A2-6CEC-1CBF-2D9F-73E8BD0018C7}"/>
              </a:ext>
            </a:extLst>
          </p:cNvPr>
          <p:cNvSpPr txBox="1"/>
          <p:nvPr/>
        </p:nvSpPr>
        <p:spPr>
          <a:xfrm>
            <a:off x="328331" y="1282810"/>
            <a:ext cx="5010924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i="1" u="sng" dirty="0"/>
              <a:t>Strategic Insights:</a:t>
            </a:r>
          </a:p>
          <a:p>
            <a:pPr>
              <a:buNone/>
            </a:pPr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Widespread Positive Correlation:</a:t>
            </a:r>
            <a:r>
              <a:rPr lang="en-IN" sz="2400" dirty="0"/>
              <a:t> </a:t>
            </a:r>
            <a:r>
              <a:rPr lang="en-IN" sz="2000" dirty="0"/>
              <a:t>Most top 20 stocks move in tandem (warm </a:t>
            </a:r>
            <a:r>
              <a:rPr lang="en-IN" sz="2000" dirty="0" err="1"/>
              <a:t>colors</a:t>
            </a:r>
            <a:r>
              <a:rPr lang="en-IN" sz="2000" dirty="0"/>
              <a:t>), heavily driven by broader market trends.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The "COAL INDIA" Anomaly:</a:t>
            </a:r>
            <a:r>
              <a:rPr lang="en-IN" sz="2400" dirty="0"/>
              <a:t> </a:t>
            </a:r>
            <a:r>
              <a:rPr lang="en-IN" sz="2000" dirty="0"/>
              <a:t>Uniquely exhibits a strong </a:t>
            </a:r>
            <a:r>
              <a:rPr lang="en-IN" sz="2000" i="1" dirty="0"/>
              <a:t>negative</a:t>
            </a:r>
            <a:r>
              <a:rPr lang="en-IN" sz="2000" dirty="0"/>
              <a:t> correlation (dark blue band) with almost all other stocks on the list.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Diversification Value:</a:t>
            </a:r>
            <a:r>
              <a:rPr lang="en-IN" sz="2400" dirty="0"/>
              <a:t> </a:t>
            </a:r>
            <a:r>
              <a:rPr lang="en-IN" sz="2000" dirty="0"/>
              <a:t>Because it moves inversely to the majority, COAL INDIA acts as a strategic hedge, offering portfolio stability during broader market downturns.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5579F1-4BA1-1E57-4D7F-5B176C3707F7}"/>
              </a:ext>
            </a:extLst>
          </p:cNvPr>
          <p:cNvSpPr txBox="1"/>
          <p:nvPr/>
        </p:nvSpPr>
        <p:spPr>
          <a:xfrm>
            <a:off x="6142040" y="6114902"/>
            <a:ext cx="52551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i="1" u="sng" dirty="0">
                <a:latin typeface="Arial Narrow" panose="020B0606020202030204" pitchFamily="34" charset="0"/>
              </a:rPr>
              <a:t>Figure 3: Correlation Heatmap</a:t>
            </a:r>
          </a:p>
        </p:txBody>
      </p:sp>
    </p:spTree>
    <p:extLst>
      <p:ext uri="{BB962C8B-B14F-4D97-AF65-F5344CB8AC3E}">
        <p14:creationId xmlns:p14="http://schemas.microsoft.com/office/powerpoint/2010/main" val="239269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96EFE8-9030-033F-6845-7A6869C80F34}"/>
              </a:ext>
            </a:extLst>
          </p:cNvPr>
          <p:cNvSpPr txBox="1"/>
          <p:nvPr/>
        </p:nvSpPr>
        <p:spPr>
          <a:xfrm>
            <a:off x="1844565" y="211897"/>
            <a:ext cx="850286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Annualized Returns Comparison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C7F39C-35B2-85E6-5B1A-C0A2A7E75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38" y="2759368"/>
            <a:ext cx="6741730" cy="33586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7B6745-0002-A86F-8FFD-CF9741667AFD}"/>
              </a:ext>
            </a:extLst>
          </p:cNvPr>
          <p:cNvSpPr txBox="1"/>
          <p:nvPr/>
        </p:nvSpPr>
        <p:spPr>
          <a:xfrm>
            <a:off x="241738" y="1147078"/>
            <a:ext cx="1022656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/>
              <a:t>Key Insights:</a:t>
            </a:r>
          </a:p>
          <a:p>
            <a:pPr>
              <a:buNone/>
            </a:pPr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Performance Disparity</a:t>
            </a:r>
            <a:r>
              <a:rPr lang="en-IN" sz="2000" b="1" dirty="0"/>
              <a:t>:</a:t>
            </a:r>
            <a:r>
              <a:rPr lang="en-IN" sz="2000" dirty="0"/>
              <a:t> The bar chart reveals a massive gap in annualized returns among the top 20 stocks.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4FB0F7-2D45-03FB-3AC0-79FAAE77F260}"/>
              </a:ext>
            </a:extLst>
          </p:cNvPr>
          <p:cNvSpPr txBox="1"/>
          <p:nvPr/>
        </p:nvSpPr>
        <p:spPr>
          <a:xfrm>
            <a:off x="7083972" y="2759368"/>
            <a:ext cx="486629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Compounding Leaders:</a:t>
            </a:r>
            <a:r>
              <a:rPr lang="en-IN" sz="2400" dirty="0"/>
              <a:t> </a:t>
            </a:r>
            <a:r>
              <a:rPr lang="en-IN" sz="2000" dirty="0"/>
              <a:t>Assets like ADANI_ENTERPRISES show exceptionally high positive annualized returns, ideal for long-term wealth compounding.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12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Portfolio Drags:</a:t>
            </a:r>
            <a:r>
              <a:rPr lang="en-IN" sz="2400" dirty="0"/>
              <a:t> </a:t>
            </a:r>
            <a:r>
              <a:rPr lang="en-IN" sz="2000" dirty="0"/>
              <a:t>Conversely, stocks with flat or negative returns (e.g., COAL INDIA) highlight the importance of portfolio pruning.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34AE4A-10A9-D3A8-454D-A963D7CBE460}"/>
              </a:ext>
            </a:extLst>
          </p:cNvPr>
          <p:cNvSpPr txBox="1"/>
          <p:nvPr/>
        </p:nvSpPr>
        <p:spPr>
          <a:xfrm>
            <a:off x="106747" y="6184438"/>
            <a:ext cx="68767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i="1" u="sng" dirty="0">
                <a:latin typeface="Arial Narrow" panose="020B0606020202030204" pitchFamily="34" charset="0"/>
              </a:rPr>
              <a:t>Figure 4: Comparison of Average Annualized Returns</a:t>
            </a:r>
          </a:p>
        </p:txBody>
      </p:sp>
    </p:spTree>
    <p:extLst>
      <p:ext uri="{BB962C8B-B14F-4D97-AF65-F5344CB8AC3E}">
        <p14:creationId xmlns:p14="http://schemas.microsoft.com/office/powerpoint/2010/main" val="161720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539D47-3E98-756F-94A0-AEAAC71F540D}"/>
              </a:ext>
            </a:extLst>
          </p:cNvPr>
          <p:cNvSpPr txBox="1"/>
          <p:nvPr/>
        </p:nvSpPr>
        <p:spPr>
          <a:xfrm>
            <a:off x="1513490" y="218043"/>
            <a:ext cx="76305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Liquidity vs. Profitability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15E846-E9A0-20CC-6AE2-128F216EE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136567"/>
            <a:ext cx="5812220" cy="48934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AC3B75-619C-1A80-B6EB-A087369EF954}"/>
              </a:ext>
            </a:extLst>
          </p:cNvPr>
          <p:cNvSpPr txBox="1"/>
          <p:nvPr/>
        </p:nvSpPr>
        <p:spPr>
          <a:xfrm>
            <a:off x="189187" y="1136567"/>
            <a:ext cx="513955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i="1" u="sng" dirty="0"/>
              <a:t>Key Insights:</a:t>
            </a:r>
          </a:p>
          <a:p>
            <a:pPr>
              <a:buNone/>
            </a:pPr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Weak Correlation:</a:t>
            </a:r>
            <a:r>
              <a:rPr lang="en-IN" sz="2400" dirty="0"/>
              <a:t> </a:t>
            </a:r>
            <a:r>
              <a:rPr lang="en-IN" sz="2000" dirty="0"/>
              <a:t>The plot indicates almost no direct correlation between high trading volume and high total returns.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Concentration of High Returns:</a:t>
            </a:r>
            <a:r>
              <a:rPr lang="en-IN" sz="2400" dirty="0"/>
              <a:t> </a:t>
            </a:r>
            <a:r>
              <a:rPr lang="en-IN" sz="2000" dirty="0"/>
              <a:t>The highest returning stocks are clustered in the lower-to-mid volume range.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Actionable Takeaway:</a:t>
            </a:r>
            <a:r>
              <a:rPr lang="en-IN" sz="2400" dirty="0"/>
              <a:t> </a:t>
            </a:r>
            <a:r>
              <a:rPr lang="en-IN" sz="2000" dirty="0"/>
              <a:t>Trading volume should only be used to confirm market liquidity (ease of trading), not as a predictive indicator for future outsized gains.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BAD23A-E8DD-148E-0505-B7B53BF5A5DC}"/>
              </a:ext>
            </a:extLst>
          </p:cNvPr>
          <p:cNvSpPr txBox="1"/>
          <p:nvPr/>
        </p:nvSpPr>
        <p:spPr>
          <a:xfrm>
            <a:off x="5176344" y="6179117"/>
            <a:ext cx="7041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i="1" u="sng" dirty="0">
                <a:latin typeface="Arial Narrow" panose="020B0606020202030204" pitchFamily="34" charset="0"/>
              </a:rPr>
              <a:t>Figure 5: Relationship Between Average Trading Volume and Total Return</a:t>
            </a:r>
          </a:p>
        </p:txBody>
      </p:sp>
    </p:spTree>
    <p:extLst>
      <p:ext uri="{BB962C8B-B14F-4D97-AF65-F5344CB8AC3E}">
        <p14:creationId xmlns:p14="http://schemas.microsoft.com/office/powerpoint/2010/main" val="4225922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9AF3DB-E770-B5A5-EA94-56A6D544C9DC}"/>
              </a:ext>
            </a:extLst>
          </p:cNvPr>
          <p:cNvSpPr txBox="1"/>
          <p:nvPr/>
        </p:nvSpPr>
        <p:spPr>
          <a:xfrm>
            <a:off x="478221" y="179634"/>
            <a:ext cx="97956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Bell MT" panose="02020503060305020303" pitchFamily="18" charset="0"/>
              </a:rPr>
              <a:t>Evaluating the MA Crossover Strategy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899683-C9F2-7769-D0D1-DD289537A565}"/>
              </a:ext>
            </a:extLst>
          </p:cNvPr>
          <p:cNvSpPr txBox="1"/>
          <p:nvPr/>
        </p:nvSpPr>
        <p:spPr>
          <a:xfrm>
            <a:off x="478219" y="1289953"/>
            <a:ext cx="11451021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i="1" u="sng" dirty="0"/>
              <a:t>Key Findings from </a:t>
            </a:r>
            <a:r>
              <a:rPr lang="en-IN" sz="2400" b="1" i="1" u="sng" dirty="0" err="1"/>
              <a:t>Backtesting</a:t>
            </a:r>
            <a:r>
              <a:rPr lang="en-IN" sz="2400" b="1" i="1" u="sng" dirty="0"/>
              <a:t>:</a:t>
            </a:r>
          </a:p>
          <a:p>
            <a:pPr>
              <a:buNone/>
            </a:pPr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Divergent Outcomes:</a:t>
            </a:r>
            <a:r>
              <a:rPr lang="en-IN" sz="2400" dirty="0"/>
              <a:t> </a:t>
            </a:r>
            <a:r>
              <a:rPr lang="en-IN" sz="2000" dirty="0"/>
              <a:t>The 20/50 SMA strategy yielded substantial returns for strongly trending stocks (e.g., ADANI_ENTERPRISES) but triggered false signals ("whipsaws") in sideways or choppy markets.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Drawdown Vulnerability:</a:t>
            </a:r>
            <a:r>
              <a:rPr lang="en-IN" sz="2400" dirty="0"/>
              <a:t> </a:t>
            </a:r>
            <a:r>
              <a:rPr lang="en-IN" sz="2000" dirty="0"/>
              <a:t>The inherent lag of the 50-day moving average meant initial steep drops were absorbed before a 'Sell' signal triggered, failing to fully protect capital during sudden crashes.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8853E-DD71-E8E4-43C2-0A4B4C80DDE5}"/>
              </a:ext>
            </a:extLst>
          </p:cNvPr>
          <p:cNvSpPr txBox="1"/>
          <p:nvPr/>
        </p:nvSpPr>
        <p:spPr>
          <a:xfrm>
            <a:off x="478219" y="4647041"/>
            <a:ext cx="11451021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i="1" u="sng" dirty="0"/>
              <a:t>Strategic Recommendation:</a:t>
            </a:r>
          </a:p>
          <a:p>
            <a:pPr>
              <a:buNone/>
            </a:pPr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Enhance Risk Management:</a:t>
            </a:r>
            <a:r>
              <a:rPr lang="en-IN" sz="2400" dirty="0"/>
              <a:t> </a:t>
            </a:r>
            <a:r>
              <a:rPr lang="en-IN" sz="2000" dirty="0"/>
              <a:t>Relying strictly on a basic moving average crossover is insufficient. It is highly recommended to integrate a </a:t>
            </a:r>
            <a:r>
              <a:rPr lang="en-IN" sz="2000" b="1" dirty="0"/>
              <a:t>trailing stop-loss mechanism</a:t>
            </a:r>
            <a:r>
              <a:rPr lang="en-IN" sz="2000" dirty="0"/>
              <a:t> to exit trades earlier during market shocks, thereby improving the Sharpe Ratio and preserving capital.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1711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A117B6-50E3-7A74-114D-A8A649C661F4}"/>
              </a:ext>
            </a:extLst>
          </p:cNvPr>
          <p:cNvSpPr txBox="1"/>
          <p:nvPr/>
        </p:nvSpPr>
        <p:spPr>
          <a:xfrm>
            <a:off x="1513489" y="272533"/>
            <a:ext cx="91650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Final Investment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E71411-7EBE-C3F8-49BE-84A8507B7BDB}"/>
              </a:ext>
            </a:extLst>
          </p:cNvPr>
          <p:cNvSpPr txBox="1"/>
          <p:nvPr/>
        </p:nvSpPr>
        <p:spPr>
          <a:xfrm>
            <a:off x="819806" y="1441618"/>
            <a:ext cx="1055238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i="1" u="sng" dirty="0"/>
              <a:t>The Blended Portfolio Strategy:</a:t>
            </a:r>
          </a:p>
          <a:p>
            <a:pPr>
              <a:buNone/>
            </a:pPr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For Aggressive Growth:</a:t>
            </a:r>
            <a:r>
              <a:rPr lang="en-IN" sz="2400" dirty="0"/>
              <a:t> </a:t>
            </a:r>
            <a:r>
              <a:rPr lang="en-IN" sz="2000" dirty="0"/>
              <a:t>Allocate a higher percentage to </a:t>
            </a:r>
            <a:r>
              <a:rPr lang="en-IN" sz="2000" b="1" dirty="0"/>
              <a:t>ADANI_ENTERPRISES</a:t>
            </a:r>
            <a:r>
              <a:rPr lang="en-IN" sz="2000" dirty="0"/>
              <a:t> and </a:t>
            </a:r>
            <a:r>
              <a:rPr lang="en-IN" sz="2000" b="1" dirty="0"/>
              <a:t>BAJAJ_FINANCE</a:t>
            </a:r>
            <a:r>
              <a:rPr lang="en-IN" sz="2000" dirty="0"/>
              <a:t>. These assets consistently demonstrated the optimal balance of high returns and strong risk-adjusted performance (Sharpe Ratio).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For Capital Preservation:</a:t>
            </a:r>
            <a:r>
              <a:rPr lang="en-IN" sz="2400" dirty="0"/>
              <a:t> </a:t>
            </a:r>
            <a:r>
              <a:rPr lang="en-IN" sz="2000" dirty="0"/>
              <a:t>Include defensive stocks like </a:t>
            </a:r>
            <a:r>
              <a:rPr lang="en-IN" sz="2000" b="1" dirty="0"/>
              <a:t>NESTLE</a:t>
            </a:r>
            <a:r>
              <a:rPr lang="en-IN" sz="2000" dirty="0"/>
              <a:t>. Its exceptionally low maximum drawdown provides a critical cushion, protecting the overall portfolio during severe market crashes.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000" b="1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For Strategic Hedging:</a:t>
            </a:r>
            <a:r>
              <a:rPr lang="en-IN" sz="2400" dirty="0"/>
              <a:t> </a:t>
            </a:r>
            <a:r>
              <a:rPr lang="en-IN" sz="2000" dirty="0"/>
              <a:t>Utilize inversely correlated assets like </a:t>
            </a:r>
            <a:r>
              <a:rPr lang="en-IN" sz="2000" b="1" dirty="0"/>
              <a:t>COAL INDIA</a:t>
            </a:r>
            <a:r>
              <a:rPr lang="en-IN" sz="2000" dirty="0"/>
              <a:t>. Because it moves against the broader market trends, it acts as a stabilizer for the portfolio's volatility.</a:t>
            </a:r>
          </a:p>
        </p:txBody>
      </p:sp>
    </p:spTree>
    <p:extLst>
      <p:ext uri="{BB962C8B-B14F-4D97-AF65-F5344CB8AC3E}">
        <p14:creationId xmlns:p14="http://schemas.microsoft.com/office/powerpoint/2010/main" val="3089675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5019E8-6788-1AF3-7253-B501D0E7CD2A}"/>
              </a:ext>
            </a:extLst>
          </p:cNvPr>
          <p:cNvSpPr txBox="1"/>
          <p:nvPr/>
        </p:nvSpPr>
        <p:spPr>
          <a:xfrm>
            <a:off x="357351" y="867306"/>
            <a:ext cx="989023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latin typeface="Bell MT" panose="02020503060305020303" pitchFamily="18" charset="0"/>
              </a:rPr>
              <a:t>Actionable Strategic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69E19-622B-1B45-F2A6-5216BFB106B4}"/>
              </a:ext>
            </a:extLst>
          </p:cNvPr>
          <p:cNvSpPr txBox="1"/>
          <p:nvPr/>
        </p:nvSpPr>
        <p:spPr>
          <a:xfrm>
            <a:off x="935421" y="2020376"/>
            <a:ext cx="103211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Refine the Trading Strategy:</a:t>
            </a:r>
            <a:r>
              <a:rPr lang="en-IN" sz="2400" dirty="0"/>
              <a:t> </a:t>
            </a:r>
            <a:r>
              <a:rPr lang="en-IN" sz="2000" dirty="0"/>
              <a:t>The 20/50 Moving Average crossover is profitable for trending stocks but fails in choppy markets. </a:t>
            </a:r>
            <a:r>
              <a:rPr lang="en-IN" sz="2000" b="1" dirty="0"/>
              <a:t>Recommendation:</a:t>
            </a:r>
            <a:r>
              <a:rPr lang="en-IN" sz="2000" dirty="0"/>
              <a:t> Add a strict percentage-based stop-loss to the strategy to prevent massive drawdowns during sudden market crashes.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Smart Diversification:</a:t>
            </a:r>
            <a:r>
              <a:rPr lang="en-IN" sz="2400" dirty="0"/>
              <a:t> </a:t>
            </a:r>
            <a:r>
              <a:rPr lang="en-IN" sz="2000" dirty="0"/>
              <a:t>Avoid over-concentrating in highly correlated stocks from the same sector (e.g., holding both BAJAJ_FINANCE and BAJAJ_FINSERV), which doubles portfolio risk.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Leverage Anomalies:</a:t>
            </a:r>
            <a:r>
              <a:rPr lang="en-IN" sz="2400" dirty="0"/>
              <a:t> </a:t>
            </a:r>
            <a:r>
              <a:rPr lang="en-IN" sz="2000" dirty="0"/>
              <a:t>Actively use inversely correlated stocks (like COAL INDIA) as a portfolio hedge. When the broader market dips, these assets can stabilize overall portfolio value.</a:t>
            </a:r>
          </a:p>
        </p:txBody>
      </p:sp>
    </p:spTree>
    <p:extLst>
      <p:ext uri="{BB962C8B-B14F-4D97-AF65-F5344CB8AC3E}">
        <p14:creationId xmlns:p14="http://schemas.microsoft.com/office/powerpoint/2010/main" val="1172753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06BF85-66D1-5F5F-08F3-F5F2D07BB43D}"/>
              </a:ext>
            </a:extLst>
          </p:cNvPr>
          <p:cNvSpPr txBox="1"/>
          <p:nvPr/>
        </p:nvSpPr>
        <p:spPr>
          <a:xfrm>
            <a:off x="3048000" y="283045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Bell MT" panose="02020503060305020303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C42ED8-4522-9C9A-5989-456C901062BC}"/>
              </a:ext>
            </a:extLst>
          </p:cNvPr>
          <p:cNvSpPr txBox="1"/>
          <p:nvPr/>
        </p:nvSpPr>
        <p:spPr>
          <a:xfrm>
            <a:off x="733096" y="1346775"/>
            <a:ext cx="10725807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Growth Potential:</a:t>
            </a:r>
            <a:r>
              <a:rPr lang="en-IN" sz="2400" dirty="0"/>
              <a:t> </a:t>
            </a:r>
            <a:r>
              <a:rPr lang="en-IN" sz="2000" dirty="0"/>
              <a:t>Identified top-performing Nifty 50 stocks (e.g., ADANI_ENTERPRISES) that provide exceptional long-term wealth compounding opportunities.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Risk &amp; Stability:</a:t>
            </a:r>
            <a:r>
              <a:rPr lang="en-IN" sz="2400" dirty="0"/>
              <a:t> </a:t>
            </a:r>
            <a:r>
              <a:rPr lang="en-IN" sz="2000" dirty="0"/>
              <a:t>Revealed that high returns come with significant drawdowns, advocating for the inclusion of highly stable, defensive stocks like NESTLE.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000" b="1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Data-Driven Execution:</a:t>
            </a:r>
            <a:r>
              <a:rPr lang="en-IN" sz="2400" dirty="0"/>
              <a:t> </a:t>
            </a:r>
            <a:r>
              <a:rPr lang="en-IN" sz="2000" dirty="0"/>
              <a:t>Our comprehensive </a:t>
            </a:r>
            <a:r>
              <a:rPr lang="en-IN" sz="2000" dirty="0" err="1"/>
              <a:t>backtesting</a:t>
            </a:r>
            <a:r>
              <a:rPr lang="en-IN" sz="2000" dirty="0"/>
              <a:t> proves that combining high-growth assets with strong risk management (stop-losses) and inversely correlated hedges creates an optimized, resilient investment strategy.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lvl="0"/>
            <a:r>
              <a:rPr lang="en-IN" sz="2400" b="1" i="1" u="sng" dirty="0"/>
              <a:t>Closing Statement: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b="1" i="1" u="sng" dirty="0"/>
          </a:p>
          <a:p>
            <a:pPr lvl="1"/>
            <a:r>
              <a:rPr lang="en-IN" sz="2000" dirty="0"/>
              <a:t>"The insights gathered are not just numbers—they form the definitive roadmap for navigating the Nifty 50 with confidence and precision."</a:t>
            </a:r>
          </a:p>
        </p:txBody>
      </p:sp>
    </p:spTree>
    <p:extLst>
      <p:ext uri="{BB962C8B-B14F-4D97-AF65-F5344CB8AC3E}">
        <p14:creationId xmlns:p14="http://schemas.microsoft.com/office/powerpoint/2010/main" val="186724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ee Thank You Icon PNG Transparent Background, Free Download #17611 -  FreeIconsPNG">
            <a:extLst>
              <a:ext uri="{FF2B5EF4-FFF2-40B4-BE49-F238E27FC236}">
                <a16:creationId xmlns:a16="http://schemas.microsoft.com/office/drawing/2014/main" id="{1ED19BC8-1226-77D6-763A-7D544FB66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389" y="1429389"/>
            <a:ext cx="3999222" cy="399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649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203</TotalTime>
  <Words>1249</Words>
  <Application>Microsoft Office PowerPoint</Application>
  <PresentationFormat>Widescreen</PresentationFormat>
  <Paragraphs>102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Narrow</vt:lpstr>
      <vt:lpstr>Bell MT</vt:lpstr>
      <vt:lpstr>Google Sans Text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Chandni Kalchuri</dc:creator>
  <cp:lastModifiedBy>Chandni Kalchuri</cp:lastModifiedBy>
  <cp:revision>1</cp:revision>
  <dcterms:created xsi:type="dcterms:W3CDTF">2026-08-24T08:03:24Z</dcterms:created>
  <dcterms:modified xsi:type="dcterms:W3CDTF">2026-08-24T11:47:02Z</dcterms:modified>
</cp:coreProperties>
</file>